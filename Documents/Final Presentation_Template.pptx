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5"/>
  </p:notesMasterIdLst>
  <p:sldIdLst>
    <p:sldId id="284" r:id="rId2"/>
    <p:sldId id="355" r:id="rId3"/>
    <p:sldId id="353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59" autoAdjust="0"/>
    <p:restoredTop sz="94660"/>
  </p:normalViewPr>
  <p:slideViewPr>
    <p:cSldViewPr snapToGrid="0">
      <p:cViewPr varScale="1">
        <p:scale>
          <a:sx n="72" d="100"/>
          <a:sy n="72" d="100"/>
        </p:scale>
        <p:origin x="10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3" d="100"/>
          <a:sy n="53" d="100"/>
        </p:scale>
        <p:origin x="2844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9A69D3-48F1-4B82-B5B9-3256AA9806E7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2EE0B1-063D-4E19-BEB6-180ACCA99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89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"/>
          <p:cNvSpPr txBox="1">
            <a:spLocks noChangeArrowheads="1"/>
          </p:cNvSpPr>
          <p:nvPr/>
        </p:nvSpPr>
        <p:spPr bwMode="auto">
          <a:xfrm>
            <a:off x="2143125" y="695325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body"/>
          </p:nvPr>
        </p:nvSpPr>
        <p:spPr>
          <a:xfrm>
            <a:off x="914400" y="4646613"/>
            <a:ext cx="5014913" cy="4102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4273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102E66-D717-48F3-8335-BBAD6E63009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971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 userDrawn="1"/>
        </p:nvGrpSpPr>
        <p:grpSpPr>
          <a:xfrm>
            <a:off x="7972004" y="6114663"/>
            <a:ext cx="1171996" cy="756216"/>
            <a:chOff x="7778839" y="4853722"/>
            <a:chExt cx="1171996" cy="756216"/>
          </a:xfrm>
        </p:grpSpPr>
        <p:sp>
          <p:nvSpPr>
            <p:cNvPr id="14" name="Rectangle 13"/>
            <p:cNvSpPr/>
            <p:nvPr userDrawn="1"/>
          </p:nvSpPr>
          <p:spPr>
            <a:xfrm>
              <a:off x="7778839" y="4853722"/>
              <a:ext cx="1171996" cy="756216"/>
            </a:xfrm>
            <a:prstGeom prst="rect">
              <a:avLst/>
            </a:prstGeom>
            <a:solidFill>
              <a:srgbClr val="1A2C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ight Triangle 14"/>
            <p:cNvSpPr/>
            <p:nvPr userDrawn="1"/>
          </p:nvSpPr>
          <p:spPr>
            <a:xfrm flipH="1">
              <a:off x="7778839" y="4853722"/>
              <a:ext cx="1171996" cy="756216"/>
            </a:xfrm>
            <a:prstGeom prst="rtTriangle">
              <a:avLst/>
            </a:prstGeom>
            <a:solidFill>
              <a:srgbClr val="DBB85B">
                <a:alpha val="8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ight Triangle 15"/>
            <p:cNvSpPr/>
            <p:nvPr userDrawn="1"/>
          </p:nvSpPr>
          <p:spPr>
            <a:xfrm flipH="1" flipV="1">
              <a:off x="7778839" y="4853722"/>
              <a:ext cx="1171996" cy="756216"/>
            </a:xfrm>
            <a:prstGeom prst="rtTriangle">
              <a:avLst/>
            </a:prstGeom>
            <a:solidFill>
              <a:srgbClr val="DBB85B">
                <a:alpha val="8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72004" y="6356351"/>
            <a:ext cx="414556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D102E66-D717-48F3-8335-BBAD6E63009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ight Triangle 8"/>
          <p:cNvSpPr/>
          <p:nvPr userDrawn="1"/>
        </p:nvSpPr>
        <p:spPr>
          <a:xfrm flipV="1">
            <a:off x="0" y="0"/>
            <a:ext cx="1142431" cy="1685782"/>
          </a:xfrm>
          <a:prstGeom prst="rtTriangle">
            <a:avLst/>
          </a:prstGeom>
          <a:solidFill>
            <a:srgbClr val="1A2C57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/>
          <p:cNvSpPr/>
          <p:nvPr userDrawn="1"/>
        </p:nvSpPr>
        <p:spPr>
          <a:xfrm>
            <a:off x="-3138" y="40942"/>
            <a:ext cx="886265" cy="6073721"/>
          </a:xfrm>
          <a:prstGeom prst="rtTriangle">
            <a:avLst/>
          </a:prstGeom>
          <a:solidFill>
            <a:srgbClr val="1A2C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/>
          <p:cNvSpPr/>
          <p:nvPr userDrawn="1"/>
        </p:nvSpPr>
        <p:spPr>
          <a:xfrm flipV="1">
            <a:off x="1" y="-1"/>
            <a:ext cx="668740" cy="5029484"/>
          </a:xfrm>
          <a:prstGeom prst="rtTriangle">
            <a:avLst/>
          </a:prstGeom>
          <a:solidFill>
            <a:srgbClr val="1A2C57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518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102E66-D717-48F3-8335-BBAD6E63009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04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965" y="71245"/>
            <a:ext cx="8646458" cy="793375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9965" y="864621"/>
            <a:ext cx="8646458" cy="538826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2E66-D717-48F3-8335-BBAD6E630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070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2E66-D717-48F3-8335-BBAD6E63009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537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2E66-D717-48F3-8335-BBAD6E630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3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959144" y="6356351"/>
            <a:ext cx="427416" cy="365125"/>
          </a:xfrm>
        </p:spPr>
        <p:txBody>
          <a:bodyPr/>
          <a:lstStyle>
            <a:lvl1pPr algn="ctr">
              <a:defRPr/>
            </a:lvl1pPr>
          </a:lstStyle>
          <a:p>
            <a:fld id="{AD102E66-D717-48F3-8335-BBAD6E6300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698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2E66-D717-48F3-8335-BBAD6E630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313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2E66-D717-48F3-8335-BBAD6E630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331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2E66-D717-48F3-8335-BBAD6E630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12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2E66-D717-48F3-8335-BBAD6E630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4605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2E66-D717-48F3-8335-BBAD6E630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1890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2E66-D717-48F3-8335-BBAD6E630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2518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102E66-D717-48F3-8335-BBAD6E63009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273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7891887" y="6366752"/>
            <a:ext cx="1252113" cy="491247"/>
            <a:chOff x="7778839" y="4853722"/>
            <a:chExt cx="1171996" cy="756216"/>
          </a:xfrm>
        </p:grpSpPr>
        <p:sp>
          <p:nvSpPr>
            <p:cNvPr id="8" name="Rectangle 7"/>
            <p:cNvSpPr/>
            <p:nvPr userDrawn="1"/>
          </p:nvSpPr>
          <p:spPr>
            <a:xfrm>
              <a:off x="7778839" y="4853722"/>
              <a:ext cx="1171996" cy="756216"/>
            </a:xfrm>
            <a:prstGeom prst="rect">
              <a:avLst/>
            </a:prstGeom>
            <a:solidFill>
              <a:srgbClr val="1A2C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ight Triangle 8"/>
            <p:cNvSpPr/>
            <p:nvPr userDrawn="1"/>
          </p:nvSpPr>
          <p:spPr>
            <a:xfrm flipH="1">
              <a:off x="7778839" y="4853722"/>
              <a:ext cx="1171996" cy="756216"/>
            </a:xfrm>
            <a:prstGeom prst="rtTriangle">
              <a:avLst/>
            </a:prstGeom>
            <a:solidFill>
              <a:srgbClr val="DBB85B">
                <a:alpha val="8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ight Triangle 9"/>
            <p:cNvSpPr/>
            <p:nvPr userDrawn="1"/>
          </p:nvSpPr>
          <p:spPr>
            <a:xfrm flipH="1" flipV="1">
              <a:off x="7778839" y="4853722"/>
              <a:ext cx="1171996" cy="756216"/>
            </a:xfrm>
            <a:prstGeom prst="rtTriangle">
              <a:avLst/>
            </a:prstGeom>
            <a:solidFill>
              <a:srgbClr val="DBB85B">
                <a:alpha val="8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/>
          <p:cNvSpPr/>
          <p:nvPr userDrawn="1"/>
        </p:nvSpPr>
        <p:spPr>
          <a:xfrm>
            <a:off x="0" y="6356695"/>
            <a:ext cx="7972004" cy="515371"/>
          </a:xfrm>
          <a:prstGeom prst="rect">
            <a:avLst/>
          </a:prstGeom>
          <a:solidFill>
            <a:srgbClr val="DBB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9382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972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5892" y="66915"/>
            <a:ext cx="8659534" cy="726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5891" y="793377"/>
            <a:ext cx="8659536" cy="5549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91888" y="6366752"/>
            <a:ext cx="494672" cy="2921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D102E66-D717-48F3-8335-BBAD6E63009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2"/>
          <p:cNvSpPr txBox="1">
            <a:spLocks noChangeArrowheads="1"/>
          </p:cNvSpPr>
          <p:nvPr userDrawn="1"/>
        </p:nvSpPr>
        <p:spPr bwMode="auto">
          <a:xfrm>
            <a:off x="704991" y="6525819"/>
            <a:ext cx="430187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403350" fontAlgn="base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403350" fontAlgn="base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403350" fontAlgn="base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403350" fontAlgn="base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i="1" dirty="0">
                <a:solidFill>
                  <a:srgbClr val="1A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Advancing Knowledge, Driving Change </a:t>
            </a:r>
            <a:r>
              <a:rPr lang="en-US" altLang="en-US" sz="900" dirty="0">
                <a:solidFill>
                  <a:srgbClr val="1A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en-US" sz="900" b="1" dirty="0">
                <a:solidFill>
                  <a:srgbClr val="1A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www.kcau.ac.ke</a:t>
            </a:r>
          </a:p>
        </p:txBody>
      </p:sp>
      <p:sp>
        <p:nvSpPr>
          <p:cNvPr id="13" name="Right Triangle 12"/>
          <p:cNvSpPr/>
          <p:nvPr userDrawn="1"/>
        </p:nvSpPr>
        <p:spPr>
          <a:xfrm flipV="1">
            <a:off x="1" y="0"/>
            <a:ext cx="395889" cy="1685782"/>
          </a:xfrm>
          <a:prstGeom prst="rtTriangle">
            <a:avLst/>
          </a:prstGeom>
          <a:solidFill>
            <a:srgbClr val="1A2C57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Triangle 13"/>
          <p:cNvSpPr/>
          <p:nvPr userDrawn="1"/>
        </p:nvSpPr>
        <p:spPr>
          <a:xfrm>
            <a:off x="-13394" y="558936"/>
            <a:ext cx="435162" cy="6299063"/>
          </a:xfrm>
          <a:prstGeom prst="rtTriangle">
            <a:avLst/>
          </a:prstGeom>
          <a:solidFill>
            <a:srgbClr val="1A2C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Triangle 14"/>
          <p:cNvSpPr/>
          <p:nvPr userDrawn="1"/>
        </p:nvSpPr>
        <p:spPr>
          <a:xfrm flipV="1">
            <a:off x="-13437" y="0"/>
            <a:ext cx="314858" cy="5029484"/>
          </a:xfrm>
          <a:prstGeom prst="rtTriangle">
            <a:avLst/>
          </a:prstGeom>
          <a:solidFill>
            <a:srgbClr val="1A2C57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-3138" y="6366752"/>
            <a:ext cx="1038665" cy="505315"/>
          </a:xfrm>
          <a:custGeom>
            <a:avLst/>
            <a:gdLst>
              <a:gd name="connsiteX0" fmla="*/ 0 w 886265"/>
              <a:gd name="connsiteY0" fmla="*/ 0 h 770283"/>
              <a:gd name="connsiteX1" fmla="*/ 886265 w 886265"/>
              <a:gd name="connsiteY1" fmla="*/ 0 h 770283"/>
              <a:gd name="connsiteX2" fmla="*/ 886265 w 886265"/>
              <a:gd name="connsiteY2" fmla="*/ 770283 h 770283"/>
              <a:gd name="connsiteX3" fmla="*/ 0 w 886265"/>
              <a:gd name="connsiteY3" fmla="*/ 770283 h 770283"/>
              <a:gd name="connsiteX4" fmla="*/ 0 w 886265"/>
              <a:gd name="connsiteY4" fmla="*/ 0 h 770283"/>
              <a:gd name="connsiteX0" fmla="*/ 0 w 1038665"/>
              <a:gd name="connsiteY0" fmla="*/ 0 h 770283"/>
              <a:gd name="connsiteX1" fmla="*/ 886265 w 1038665"/>
              <a:gd name="connsiteY1" fmla="*/ 0 h 770283"/>
              <a:gd name="connsiteX2" fmla="*/ 1038665 w 1038665"/>
              <a:gd name="connsiteY2" fmla="*/ 770283 h 770283"/>
              <a:gd name="connsiteX3" fmla="*/ 0 w 1038665"/>
              <a:gd name="connsiteY3" fmla="*/ 770283 h 770283"/>
              <a:gd name="connsiteX4" fmla="*/ 0 w 1038665"/>
              <a:gd name="connsiteY4" fmla="*/ 0 h 770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8665" h="770283">
                <a:moveTo>
                  <a:pt x="0" y="0"/>
                </a:moveTo>
                <a:lnTo>
                  <a:pt x="886265" y="0"/>
                </a:lnTo>
                <a:lnTo>
                  <a:pt x="1038665" y="770283"/>
                </a:lnTo>
                <a:lnTo>
                  <a:pt x="0" y="77028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64" y="6329451"/>
            <a:ext cx="699828" cy="588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120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61" r:id="rId2"/>
    <p:sldLayoutId id="2147483672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rgbClr val="FF0000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>
            <a:spLocks noGrp="1" noChangeArrowheads="1"/>
          </p:cNvSpPr>
          <p:nvPr>
            <p:ph type="title"/>
          </p:nvPr>
        </p:nvSpPr>
        <p:spPr>
          <a:xfrm>
            <a:off x="896937" y="2076450"/>
            <a:ext cx="7772400" cy="1055688"/>
          </a:xfrm>
        </p:spPr>
        <p:txBody>
          <a:bodyPr lIns="90000" tIns="46800" rIns="90000" bIns="46800" anchor="ctr">
            <a:normAutofit/>
          </a:bodyPr>
          <a:lstStyle/>
          <a:p>
            <a:pPr algn="ctr">
              <a:lnSpc>
                <a:spcPct val="93000"/>
              </a:lnSpc>
              <a:spcBef>
                <a:spcPts val="80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2400" dirty="0">
                <a:solidFill>
                  <a:srgbClr val="0000FF"/>
                </a:solidFill>
              </a:rPr>
              <a:t>Title</a:t>
            </a:r>
          </a:p>
        </p:txBody>
      </p:sp>
      <p:sp>
        <p:nvSpPr>
          <p:cNvPr id="5123" name="Text Box 2"/>
          <p:cNvSpPr txBox="1">
            <a:spLocks noChangeArrowheads="1"/>
          </p:cNvSpPr>
          <p:nvPr/>
        </p:nvSpPr>
        <p:spPr bwMode="auto">
          <a:xfrm>
            <a:off x="1301750" y="3384550"/>
            <a:ext cx="696277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3000"/>
              </a:lnSpc>
              <a:spcBef>
                <a:spcPts val="800"/>
              </a:spcBef>
              <a:buClr>
                <a:srgbClr val="D49FFF"/>
              </a:buClr>
              <a:buSzPct val="75000"/>
              <a:buFont typeface="Monotype Sorts" charset="2"/>
              <a:buNone/>
            </a:pPr>
            <a:endParaRPr lang="en-GB" altLang="en-US">
              <a:solidFill>
                <a:srgbClr val="9F3172"/>
              </a:solidFill>
            </a:endParaRPr>
          </a:p>
          <a:p>
            <a:pPr algn="ctr" eaLnBrk="1" hangingPunct="1">
              <a:lnSpc>
                <a:spcPct val="93000"/>
              </a:lnSpc>
              <a:spcBef>
                <a:spcPts val="800"/>
              </a:spcBef>
              <a:buClr>
                <a:srgbClr val="D49FFF"/>
              </a:buClr>
              <a:buSzPct val="75000"/>
              <a:buFont typeface="Monotype Sorts" charset="2"/>
              <a:buNone/>
            </a:pPr>
            <a:endParaRPr lang="en-GB" altLang="en-US">
              <a:solidFill>
                <a:srgbClr val="0000FF"/>
              </a:solidFill>
            </a:endParaRPr>
          </a:p>
          <a:p>
            <a:pPr algn="ctr" eaLnBrk="1" hangingPunct="1">
              <a:lnSpc>
                <a:spcPct val="93000"/>
              </a:lnSpc>
              <a:spcBef>
                <a:spcPts val="800"/>
              </a:spcBef>
              <a:buClr>
                <a:srgbClr val="D49FFF"/>
              </a:buClr>
              <a:buSzPct val="75000"/>
              <a:buFont typeface="Monotype Sorts" charset="2"/>
              <a:buNone/>
            </a:pPr>
            <a:endParaRPr lang="en-GB" altLang="en-US">
              <a:solidFill>
                <a:srgbClr val="0000FF"/>
              </a:solidFill>
            </a:endParaRPr>
          </a:p>
        </p:txBody>
      </p:sp>
      <p:sp>
        <p:nvSpPr>
          <p:cNvPr id="5124" name="Rectangle 3"/>
          <p:cNvSpPr>
            <a:spLocks noChangeArrowheads="1"/>
          </p:cNvSpPr>
          <p:nvPr/>
        </p:nvSpPr>
        <p:spPr bwMode="auto">
          <a:xfrm>
            <a:off x="1854200" y="4029519"/>
            <a:ext cx="56769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Supervisors:</a:t>
            </a:r>
            <a:endParaRPr lang="en-GB" altLang="en-US" dirty="0">
              <a:solidFill>
                <a:srgbClr val="0000CC"/>
              </a:solidFill>
            </a:endParaRPr>
          </a:p>
        </p:txBody>
      </p:sp>
      <p:sp>
        <p:nvSpPr>
          <p:cNvPr id="5125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pic>
        <p:nvPicPr>
          <p:cNvPr id="5126" name="Picture 2" descr="MacBook:Users:kwb:Desktop:kenya projects:kca university:KCA-BG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5600" y="260350"/>
            <a:ext cx="1412875" cy="114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7" name="Text Box 2"/>
          <p:cNvSpPr txBox="1">
            <a:spLocks noChangeArrowheads="1"/>
          </p:cNvSpPr>
          <p:nvPr/>
        </p:nvSpPr>
        <p:spPr bwMode="auto">
          <a:xfrm>
            <a:off x="2035175" y="1458913"/>
            <a:ext cx="5495925" cy="30638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FF0000"/>
                </a:solidFill>
                <a:latin typeface="Tahoma" panose="020B0604030504040204" pitchFamily="34" charset="0"/>
              </a:rPr>
              <a:t>SCHOOL OF TECHNOLOGY</a:t>
            </a:r>
            <a:endParaRPr lang="en-US" altLang="en-US" sz="18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5128" name="Rectangle 9"/>
          <p:cNvSpPr>
            <a:spLocks noChangeArrowheads="1"/>
          </p:cNvSpPr>
          <p:nvPr/>
        </p:nvSpPr>
        <p:spPr bwMode="auto">
          <a:xfrm>
            <a:off x="539750" y="3363341"/>
            <a:ext cx="806450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3000"/>
              </a:lnSpc>
              <a:spcBef>
                <a:spcPts val="800"/>
              </a:spcBef>
              <a:buClr>
                <a:srgbClr val="D49FFF"/>
              </a:buClr>
              <a:buSzPct val="75000"/>
              <a:buFont typeface="Monotype Sorts" charset="2"/>
              <a:buNone/>
            </a:pPr>
            <a:r>
              <a:rPr lang="en-GB" altLang="en-US" dirty="0">
                <a:solidFill>
                  <a:srgbClr val="FF0000"/>
                </a:solidFill>
              </a:rPr>
              <a:t>Presenter:</a:t>
            </a:r>
          </a:p>
        </p:txBody>
      </p:sp>
    </p:spTree>
    <p:extLst>
      <p:ext uri="{BB962C8B-B14F-4D97-AF65-F5344CB8AC3E}">
        <p14:creationId xmlns:p14="http://schemas.microsoft.com/office/powerpoint/2010/main" val="393532135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2E66-D717-48F3-8335-BBAD6E6300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207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2" descr="MPj03141350000[1]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42" t="39259" r="36908" b="25787"/>
          <a:stretch>
            <a:fillRect/>
          </a:stretch>
        </p:blipFill>
        <p:spPr bwMode="auto">
          <a:xfrm>
            <a:off x="3276600" y="1111250"/>
            <a:ext cx="3598863" cy="2173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 bwMode="auto">
          <a:xfrm>
            <a:off x="3505527" y="2868648"/>
            <a:ext cx="2414829" cy="4158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Thank you!!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95022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9A9A3592-37EF-4F72-A039-9C3ED608BCCD}" vid="{459B7EA3-0F49-4BA6-93C0-124089843E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Corporate Powerpoint Template</Template>
  <TotalTime>1545</TotalTime>
  <Words>12</Words>
  <Application>Microsoft Office PowerPoint</Application>
  <PresentationFormat>On-screen Show (4:3)</PresentationFormat>
  <Paragraphs>7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Monotype Sorts</vt:lpstr>
      <vt:lpstr>Tahoma</vt:lpstr>
      <vt:lpstr>Times New Roman</vt:lpstr>
      <vt:lpstr>Office Theme</vt:lpstr>
      <vt:lpstr>Title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Template</dc:creator>
  <cp:lastModifiedBy>BRIAN</cp:lastModifiedBy>
  <cp:revision>66</cp:revision>
  <dcterms:created xsi:type="dcterms:W3CDTF">2022-07-05T07:10:34Z</dcterms:created>
  <dcterms:modified xsi:type="dcterms:W3CDTF">2026-04-04T14:51:57Z</dcterms:modified>
</cp:coreProperties>
</file>